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Airlines Customer Segmentation Using K-Means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Clustering Analysis – End to End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Segment airline frequent flyer customers using clustering</a:t>
            </a:r>
          </a:p>
          <a:p>
            <a:pPr marL="0" indent="0">
              <a:buNone/>
            </a:pPr>
            <a:r>
              <a:rPr dirty="0"/>
              <a:t>• Identify behavioral patterns in mileage &amp; transactions</a:t>
            </a:r>
          </a:p>
          <a:p>
            <a:pPr marL="0" indent="0">
              <a:buNone/>
            </a:pPr>
            <a:r>
              <a:rPr dirty="0"/>
              <a:t>• Enable targeted marketing strategies</a:t>
            </a:r>
          </a:p>
          <a:p>
            <a:pPr marL="0" indent="0">
              <a:buNone/>
            </a:pPr>
            <a:r>
              <a:rPr dirty="0"/>
              <a:t>• Improve loyalty retention &amp; revenue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–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 Cleaning &amp; Preprocessing</a:t>
            </a:r>
          </a:p>
          <a:p>
            <a:pPr marL="0" indent="0">
              <a:buNone/>
            </a:pPr>
            <a:r>
              <a:rPr dirty="0"/>
              <a:t>• Feature Scaling using </a:t>
            </a:r>
            <a:r>
              <a:rPr dirty="0" err="1"/>
              <a:t>StandardScaler</a:t>
            </a:r>
            <a:endParaRPr dirty="0"/>
          </a:p>
          <a:p>
            <a:pPr marL="0" indent="0">
              <a:buNone/>
            </a:pPr>
            <a:r>
              <a:rPr dirty="0"/>
              <a:t>• Elbow Method to identify optimal K</a:t>
            </a:r>
          </a:p>
          <a:p>
            <a:pPr marL="0" indent="0">
              <a:buNone/>
            </a:pPr>
            <a:r>
              <a:rPr dirty="0"/>
              <a:t>• Silhouette Score validation</a:t>
            </a:r>
          </a:p>
          <a:p>
            <a:pPr marL="0" indent="0">
              <a:buNone/>
            </a:pPr>
            <a:r>
              <a:rPr dirty="0"/>
              <a:t>• K-Means Clustering (K=4)</a:t>
            </a:r>
          </a:p>
          <a:p>
            <a:pPr marL="0" indent="0">
              <a:buNone/>
            </a:pPr>
            <a:r>
              <a:rPr dirty="0"/>
              <a:t>• Cluster Profiling &amp; Interpretation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Cluster 0 – Credit Card Heavy Users</a:t>
            </a:r>
          </a:p>
          <a:p>
            <a:r>
              <a:t>Cluster 1 – Low Activity Customers</a:t>
            </a:r>
          </a:p>
          <a:p>
            <a:r>
              <a:t>Cluster 2 – Loyal Balanced Customers</a:t>
            </a:r>
          </a:p>
          <a:p>
            <a:r>
              <a:t>Cluster 3 – Elite Frequent Flyers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Personalized marketing campaigns</a:t>
            </a:r>
          </a:p>
          <a:p>
            <a:pPr marL="0" indent="0">
              <a:buNone/>
            </a:pPr>
            <a:r>
              <a:rPr dirty="0"/>
              <a:t>• Improved reward allocation</a:t>
            </a:r>
          </a:p>
          <a:p>
            <a:pPr marL="0" indent="0">
              <a:buNone/>
            </a:pPr>
            <a:r>
              <a:rPr dirty="0"/>
              <a:t>• Better customer retention strategies</a:t>
            </a:r>
          </a:p>
          <a:p>
            <a:pPr marL="0" indent="0">
              <a:buNone/>
            </a:pPr>
            <a:r>
              <a:rPr dirty="0"/>
              <a:t>• Identification of high-value premium segment</a:t>
            </a:r>
          </a:p>
          <a:p>
            <a:pPr marL="0" indent="0">
              <a:buNone/>
            </a:pPr>
            <a:r>
              <a:rPr dirty="0"/>
              <a:t>• Revenue growth through targeted offers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132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Airlines Customer Segmentation Using K-Means</vt:lpstr>
      <vt:lpstr>Objective</vt:lpstr>
      <vt:lpstr>Solution – Methodology</vt:lpstr>
      <vt:lpstr>Cluster Insights</vt:lpstr>
      <vt:lpstr>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NIKHIL JAISWAL</cp:lastModifiedBy>
  <cp:revision>2</cp:revision>
  <dcterms:created xsi:type="dcterms:W3CDTF">2013-01-27T09:14:16Z</dcterms:created>
  <dcterms:modified xsi:type="dcterms:W3CDTF">2026-02-12T10:22:47Z</dcterms:modified>
  <cp:category/>
</cp:coreProperties>
</file>